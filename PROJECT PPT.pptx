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37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13316-E863-4828-BF96-4727A973B3B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64AB4-8A1D-48A4-814C-EDE903675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646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E64AB4-8A1D-48A4-814C-EDE903675FF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30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417B95DE-F10D-487F-9F8E-9FA0745FC6FB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BC09217D-EC2A-4C7C-8D85-9210F439FD2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Employee Salary Slip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Mini Project Using C Language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3737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Team Leader:</a:t>
            </a:r>
          </a:p>
          <a:p>
            <a:r>
              <a:rPr lang="en-IN" dirty="0"/>
              <a:t>• </a:t>
            </a:r>
            <a:r>
              <a:rPr lang="en-IN" dirty="0" err="1"/>
              <a:t>Chilla</a:t>
            </a:r>
            <a:r>
              <a:rPr lang="en-IN" dirty="0"/>
              <a:t> </a:t>
            </a:r>
            <a:r>
              <a:rPr lang="en-IN" dirty="0" err="1"/>
              <a:t>Deepthi</a:t>
            </a:r>
            <a:endParaRPr lang="en-IN" dirty="0"/>
          </a:p>
          <a:p>
            <a:endParaRPr lang="en-IN" dirty="0"/>
          </a:p>
          <a:p>
            <a:r>
              <a:rPr lang="en-IN" dirty="0"/>
              <a:t>Team Members:</a:t>
            </a:r>
          </a:p>
          <a:p>
            <a:r>
              <a:rPr lang="en-IN" dirty="0"/>
              <a:t>• </a:t>
            </a:r>
            <a:r>
              <a:rPr lang="en-IN" dirty="0" err="1"/>
              <a:t>Rednam</a:t>
            </a:r>
            <a:r>
              <a:rPr lang="en-IN" dirty="0"/>
              <a:t> Lakshmi </a:t>
            </a:r>
            <a:r>
              <a:rPr lang="en-IN" dirty="0" err="1"/>
              <a:t>Sathwika</a:t>
            </a:r>
            <a:endParaRPr lang="en-IN" dirty="0"/>
          </a:p>
          <a:p>
            <a:r>
              <a:rPr lang="en-IN" dirty="0"/>
              <a:t>• </a:t>
            </a:r>
            <a:r>
              <a:rPr lang="en-IN" dirty="0" err="1"/>
              <a:t>Mummidi</a:t>
            </a:r>
            <a:r>
              <a:rPr lang="en-IN" dirty="0"/>
              <a:t> </a:t>
            </a:r>
            <a:r>
              <a:rPr lang="en-IN" dirty="0" err="1"/>
              <a:t>Pavan</a:t>
            </a:r>
            <a:r>
              <a:rPr lang="en-IN" dirty="0"/>
              <a:t> Surya </a:t>
            </a:r>
            <a:r>
              <a:rPr lang="en-IN" dirty="0" err="1"/>
              <a:t>Chaitanya</a:t>
            </a:r>
            <a:endParaRPr lang="en-IN" dirty="0"/>
          </a:p>
          <a:p>
            <a:r>
              <a:rPr lang="en-IN" dirty="0"/>
              <a:t>• </a:t>
            </a:r>
            <a:r>
              <a:rPr lang="en-IN" dirty="0" err="1"/>
              <a:t>Dasari</a:t>
            </a:r>
            <a:r>
              <a:rPr lang="en-IN" dirty="0"/>
              <a:t> </a:t>
            </a:r>
            <a:r>
              <a:rPr lang="en-IN" dirty="0" err="1"/>
              <a:t>Mohith</a:t>
            </a:r>
            <a:r>
              <a:rPr lang="en-IN" dirty="0"/>
              <a:t> </a:t>
            </a:r>
            <a:r>
              <a:rPr lang="en-IN" dirty="0" err="1"/>
              <a:t>Subhash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Mini Project Using C Language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398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 fontScale="9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Generates employee salary slips automatically</a:t>
            </a:r>
          </a:p>
          <a:p>
            <a:r>
              <a:t>Calculates allowances and deductions</a:t>
            </a:r>
          </a:p>
          <a:p>
            <a:r>
              <a:t>Stores output in a text file</a:t>
            </a:r>
          </a:p>
        </p:txBody>
      </p:sp>
    </p:spTree>
    <p:extLst>
      <p:ext uri="{BB962C8B-B14F-4D97-AF65-F5344CB8AC3E}">
        <p14:creationId xmlns:p14="http://schemas.microsoft.com/office/powerpoint/2010/main" val="2263387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848872" cy="1396744"/>
          </a:xfrm>
        </p:spPr>
        <p:txBody>
          <a:bodyPr/>
          <a:lstStyle/>
          <a:p>
            <a:r>
              <a:rPr lang="en-IN" dirty="0"/>
              <a:t>Objectives &amp; Technologies Used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4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C Programming Language</a:t>
            </a:r>
          </a:p>
          <a:p>
            <a:r>
              <a:rPr dirty="0"/>
              <a:t>Structures</a:t>
            </a:r>
          </a:p>
          <a:p>
            <a:r>
              <a:rPr dirty="0"/>
              <a:t>File Handling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Automate salary calculation</a:t>
            </a:r>
          </a:p>
          <a:p>
            <a:r>
              <a:rPr lang="en-US" dirty="0"/>
              <a:t>Apply C structures</a:t>
            </a:r>
          </a:p>
          <a:p>
            <a:r>
              <a:rPr lang="en-US" dirty="0"/>
              <a:t>Use file handling</a:t>
            </a:r>
          </a:p>
          <a:p>
            <a:r>
              <a:rPr lang="en-US" dirty="0"/>
              <a:t>Generate formatted salary slip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0822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Salary Components &amp; Program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Salary Components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Basic Salary</a:t>
            </a:r>
          </a:p>
          <a:p>
            <a:r>
              <a:rPr lang="en-US" dirty="0"/>
              <a:t>HRA – 20%</a:t>
            </a:r>
          </a:p>
          <a:p>
            <a:r>
              <a:rPr lang="en-US" dirty="0"/>
              <a:t>DA – 10%</a:t>
            </a:r>
          </a:p>
          <a:p>
            <a:r>
              <a:rPr lang="en-US" dirty="0"/>
              <a:t>PF – 12%</a:t>
            </a:r>
          </a:p>
          <a:p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Program Flow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Input employee details</a:t>
            </a:r>
          </a:p>
          <a:p>
            <a:r>
              <a:rPr lang="en-US" dirty="0"/>
              <a:t>Process salary calculation</a:t>
            </a:r>
          </a:p>
          <a:p>
            <a:r>
              <a:rPr lang="en-US" dirty="0"/>
              <a:t>Generate salary slip file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10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700" dirty="0" smtClean="0"/>
              <a:t>1. </a:t>
            </a:r>
            <a:r>
              <a:rPr lang="en-IN" sz="2000" dirty="0" err="1" smtClean="0"/>
              <a:t>Chilla</a:t>
            </a:r>
            <a:r>
              <a:rPr lang="en-IN" sz="2000" dirty="0" smtClean="0"/>
              <a:t> </a:t>
            </a:r>
            <a:r>
              <a:rPr lang="en-IN" sz="2000" dirty="0" err="1"/>
              <a:t>Deepthi</a:t>
            </a:r>
            <a:r>
              <a:rPr lang="en-IN" sz="2000" dirty="0"/>
              <a:t> – Team Leader &amp; </a:t>
            </a:r>
            <a:r>
              <a:rPr lang="en-IN" sz="2000" dirty="0" smtClean="0"/>
              <a:t>Design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 smtClean="0"/>
              <a:t>                            </a:t>
            </a:r>
            <a:r>
              <a:rPr lang="en-IN" sz="2700" dirty="0" smtClean="0"/>
              <a:t>2. </a:t>
            </a:r>
            <a:r>
              <a:rPr lang="en-IN" sz="2000" dirty="0" err="1" smtClean="0"/>
              <a:t>Rednam</a:t>
            </a:r>
            <a:r>
              <a:rPr lang="en-IN" sz="2000" dirty="0" smtClean="0"/>
              <a:t> </a:t>
            </a:r>
            <a:r>
              <a:rPr lang="en-IN" sz="2000" dirty="0"/>
              <a:t>Lakshmi </a:t>
            </a:r>
            <a:r>
              <a:rPr lang="en-IN" sz="2000" dirty="0" err="1"/>
              <a:t>Sathwika</a:t>
            </a:r>
            <a:r>
              <a:rPr lang="en-IN" sz="2000" dirty="0"/>
              <a:t> – Salary Calculation Logic</a:t>
            </a:r>
            <a:br>
              <a:rPr lang="en-IN" sz="2000" dirty="0"/>
            </a:br>
            <a:r>
              <a:rPr lang="en-IN" sz="2000" dirty="0" smtClean="0"/>
              <a:t>                </a:t>
            </a:r>
            <a:r>
              <a:rPr lang="en-IN" sz="2700" dirty="0" smtClean="0"/>
              <a:t>3.</a:t>
            </a:r>
            <a:r>
              <a:rPr lang="en-IN" sz="2000" dirty="0" smtClean="0"/>
              <a:t>Mummidi </a:t>
            </a:r>
            <a:r>
              <a:rPr lang="en-IN" sz="2000" dirty="0" err="1"/>
              <a:t>Pavan</a:t>
            </a:r>
            <a:r>
              <a:rPr lang="en-IN" sz="2000" dirty="0"/>
              <a:t> Surya </a:t>
            </a:r>
            <a:r>
              <a:rPr lang="en-IN" sz="2000" dirty="0" err="1"/>
              <a:t>Chaitanya</a:t>
            </a:r>
            <a:r>
              <a:rPr lang="en-IN" sz="2000" dirty="0"/>
              <a:t> – File Handling</a:t>
            </a:r>
            <a:br>
              <a:rPr lang="en-IN" sz="2000" dirty="0"/>
            </a:br>
            <a:r>
              <a:rPr lang="en-IN" sz="2000" dirty="0" smtClean="0"/>
              <a:t>    </a:t>
            </a:r>
            <a:r>
              <a:rPr lang="en-IN" sz="2700" dirty="0" smtClean="0"/>
              <a:t>4</a:t>
            </a:r>
            <a:r>
              <a:rPr lang="en-IN" sz="2000" dirty="0" smtClean="0"/>
              <a:t>.Dasari </a:t>
            </a:r>
            <a:r>
              <a:rPr lang="en-IN" sz="2000" dirty="0" err="1"/>
              <a:t>Mohith</a:t>
            </a:r>
            <a:r>
              <a:rPr lang="en-IN" sz="2000" dirty="0"/>
              <a:t> </a:t>
            </a:r>
            <a:r>
              <a:rPr lang="en-IN" sz="2000" dirty="0" err="1"/>
              <a:t>Subhash</a:t>
            </a:r>
            <a:r>
              <a:rPr lang="en-IN" sz="2000" dirty="0"/>
              <a:t> – Testing &amp; </a:t>
            </a:r>
            <a:r>
              <a:rPr lang="en-IN" sz="2000" dirty="0" err="1"/>
              <a:t>GitHub</a:t>
            </a:r>
            <a:r>
              <a:rPr lang="en-IN" sz="2000" dirty="0"/>
              <a:t/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TEAM WORK DISTRIBUTION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187506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Salary slip generated successfully</a:t>
            </a:r>
          </a:p>
          <a:p>
            <a:r>
              <a:rPr lang="en-US" dirty="0"/>
              <a:t>Saved as salary_slip.txt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104751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Enhanced understanding of C programming</a:t>
            </a:r>
          </a:p>
          <a:p>
            <a:r>
              <a:rPr lang="en-US" dirty="0"/>
              <a:t>Practical exposure to file handling</a:t>
            </a:r>
          </a:p>
          <a:p>
            <a:r>
              <a:rPr lang="en-US" dirty="0"/>
              <a:t>Team collaboration experience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8015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Thank </a:t>
            </a:r>
            <a:r>
              <a:rPr lang="en-US" dirty="0"/>
              <a:t>You for Your Attention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397244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45480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26</TotalTime>
  <Words>151</Words>
  <Application>Microsoft Office PowerPoint</Application>
  <PresentationFormat>On-screen Show (4:3)</PresentationFormat>
  <Paragraphs>44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Waveform</vt:lpstr>
      <vt:lpstr>Employee Salary Slip Generator</vt:lpstr>
      <vt:lpstr>Mini Project Using C Language </vt:lpstr>
      <vt:lpstr>Generates employee salary slips automatically Calculates allowances and deductions Stores output in a text file</vt:lpstr>
      <vt:lpstr>Objectives &amp; Technologies Used</vt:lpstr>
      <vt:lpstr>Salary Components &amp; Program Flow</vt:lpstr>
      <vt:lpstr>1. Chilla Deepthi – Team Leader &amp; Design                             2. Rednam Lakshmi Sathwika – Salary Calculation Logic                 3.Mummidi Pavan Surya Chaitanya – File Handling     4.Dasari Mohith Subhash – Testing &amp; GitHub </vt:lpstr>
      <vt:lpstr>Output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Salary Slip Generator</dc:title>
  <dc:creator>USER</dc:creator>
  <cp:lastModifiedBy>USER</cp:lastModifiedBy>
  <cp:revision>3</cp:revision>
  <dcterms:created xsi:type="dcterms:W3CDTF">2025-12-21T07:19:12Z</dcterms:created>
  <dcterms:modified xsi:type="dcterms:W3CDTF">2025-12-21T07:45:25Z</dcterms:modified>
</cp:coreProperties>
</file>